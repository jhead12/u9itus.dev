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gwdksXbXnoRXaFWIGcXmlO1Ry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c5d746a0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c5d746a0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c5d746a0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5d746a04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c5d746a04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c5d746a04e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5d746a04e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c5d746a04e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c5d746a04e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g3c5d746a04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" name="Google Shape;23;g3c5d746a04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9" name="Google Shape;29;g3c5d746a04e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Get on the platform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463040"/>
            <a:ext cx="379476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48640" y="14630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Politician journey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2011680"/>
            <a:ext cx="3794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2011680"/>
            <a:ext cx="73152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88720" y="2103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account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566160" y="2121408"/>
            <a:ext cx="594360" cy="2011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566160" y="212140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77240" y="24231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Name, office, governance level, district. Pending admin approval.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3246120"/>
            <a:ext cx="3794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48640" y="3246120"/>
            <a:ext cx="73152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77240" y="33375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88720" y="3337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Load credits via Stripe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566160" y="3355848"/>
            <a:ext cx="594360" cy="2011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566160" y="335584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77240" y="36576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Top up balance. Post-fee amount shown transparently. Held in escrow until views occur.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00600" y="1463040"/>
            <a:ext cx="3794760" cy="3657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00600" y="14630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Voter journey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00600" y="2011680"/>
            <a:ext cx="3794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800600" y="201168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029200" y="210312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40680" y="2103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 address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818120" y="2121408"/>
            <a:ext cx="594360" cy="20116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818120" y="212140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0" y="24231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Type your address. Instantly see your district and every candidate running in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800600" y="3246120"/>
            <a:ext cx="37947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800600" y="324612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029200" y="33375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40680" y="3337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Browse candidates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818120" y="3355848"/>
            <a:ext cx="594360" cy="201168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818120" y="335584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29200" y="36576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See all politicians in your district — no login required. Photos, office, party, district.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town hall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1371600"/>
            <a:ext cx="379476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48640" y="1371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Politician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187452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48640" y="1874520"/>
            <a:ext cx="64008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49808" y="194767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15568" y="19476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 intro video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566160" y="1965960"/>
            <a:ext cx="594360" cy="182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566160" y="196596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9808" y="21945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30s max. Real, authentic. "Hi, I'm running for X because Y." This is the handshake.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288036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8640" y="2880360"/>
            <a:ext cx="64008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49808" y="295351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15568" y="295351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Answer Q&amp;A videos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566160" y="2971800"/>
            <a:ext cx="594360" cy="1828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566160" y="29718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49808" y="3200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Pre-set questions voters care about: guns, education, housing. Each is a separate paid view.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388620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49808" y="39593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15568" y="39593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Target district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566160" y="3977640"/>
            <a:ext cx="594360" cy="182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566160" y="39776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49808" y="4206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Geographic targeting by ZIP and governance level. Videos only shown to voters who can vote for you.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800600" y="1371600"/>
            <a:ext cx="3794760" cy="3200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800600" y="1371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Voter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800600" y="187452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00600" y="187452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001768" y="194767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367528" y="19476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 up to 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818120" y="1965960"/>
            <a:ext cx="594360" cy="182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818120" y="196596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01768" y="21945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Email + ZIP. Now you can watch and earn. You already know what's here from browsing.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800600" y="288036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800600" y="288036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001768" y="295351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367528" y="295351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Watch intro → earn $0.50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818120" y="2971800"/>
            <a:ext cx="594360" cy="182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818120" y="29718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5803D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001768" y="3200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Watch 10+ seconds. $0.50 instantly credited. One-to-one — every view counts.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00600" y="3886200"/>
            <a:ext cx="379476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800600" y="388620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001768" y="39593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367528" y="39593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Watch Q&amp;A → earn more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818120" y="3977640"/>
            <a:ext cx="594360" cy="1828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818120" y="39776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001768" y="4206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Browse by topic in your district. Watch answers, earn per view. This is the town hall.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D3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money moves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verified view — simultaneous debit and credit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rgbClr val="1A12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48640" y="182880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$1.00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2926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Politician pays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383280" y="1645920"/>
            <a:ext cx="2560320" cy="2011680"/>
          </a:xfrm>
          <a:prstGeom prst="rect">
            <a:avLst/>
          </a:prstGeom>
          <a:solidFill>
            <a:srgbClr val="0A1F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383280" y="182880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$0.50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Voter earns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7920" y="1645920"/>
            <a:ext cx="2560320" cy="2011680"/>
          </a:xfrm>
          <a:prstGeom prst="rect">
            <a:avLst/>
          </a:prstGeom>
          <a:solidFill>
            <a:srgbClr val="1A16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217920" y="182880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$0.50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7920" y="2926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Platform keeps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926080" y="210312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760720" y="210312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>
              <a:alpha val="9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22960" y="402336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impressions. No CPM. Every dollar goes to a real person who actually watched. Verified by 10-second heartbeat, one-time secure token, 24-hour expiry.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Dig deeper — transparency layer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makes U9itus different from every other political platform: voters can verify what politicians claim.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1920240"/>
            <a:ext cx="3840480" cy="100584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1234440" y="2057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FEC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234440" y="2377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Campaign finance — donations received, money spent, donor lists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663440" y="1920240"/>
            <a:ext cx="3840480" cy="1005840"/>
          </a:xfrm>
          <a:prstGeom prst="rect">
            <a:avLst/>
          </a:prstGeom>
          <a:solidFill>
            <a:srgbClr val="CCFBF1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5349240" y="2057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D7268"/>
                </a:solidFill>
                <a:latin typeface="Georgia"/>
                <a:ea typeface="Georgia"/>
                <a:cs typeface="Georgia"/>
                <a:sym typeface="Georgia"/>
              </a:rPr>
              <a:t>Vote Smart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349240" y="2377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Voting history, issue positions, interest group ratings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48640" y="3108960"/>
            <a:ext cx="3840480" cy="100584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1234440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Open Secrets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234440" y="35661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Donor and lobbyist information — who's really funding this candidate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663440" y="3108960"/>
            <a:ext cx="3840480" cy="100584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5349240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Ballotpedia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349240" y="35661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Electoral history, biographical data, past races and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"He can't dance. He's got to come clean."</a:t>
            </a:r>
            <a:r>
              <a:rPr b="0" i="0" lang="en-US" sz="1100" u="none" cap="none" strike="noStrik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  — John Head, March 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640" y="32004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Grow the ecosystem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" y="1417320"/>
            <a:ext cx="379476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48640" y="14173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Politician growth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1920240"/>
            <a:ext cx="37947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8640" y="1920240"/>
            <a:ext cx="64008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49808" y="199339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15568" y="199339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Get real feedback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49808" y="2240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See survey results from your district. What do voters actually care about?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2880360"/>
            <a:ext cx="37947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48640" y="2880360"/>
            <a:ext cx="64008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49808" y="295351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P9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115568" y="295351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more content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49808" y="32004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Answer more questions. The more you engage, the more voters see you.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800600" y="1417320"/>
            <a:ext cx="3794760" cy="3200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800600" y="14173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26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D7268"/>
                </a:solidFill>
                <a:latin typeface="Consolas"/>
                <a:ea typeface="Consolas"/>
                <a:cs typeface="Consolas"/>
                <a:sym typeface="Consolas"/>
              </a:rPr>
              <a:t>Voter growth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800600" y="1920240"/>
            <a:ext cx="3794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800600" y="1920240"/>
            <a:ext cx="64008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001768" y="199339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367528" y="199339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Take surveys → 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001768" y="22219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"What frustrates you about voting?" Compensated micro-surveys.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00600" y="2697480"/>
            <a:ext cx="3794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800600" y="2697480"/>
            <a:ext cx="64008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001768" y="27706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367528" y="277063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Refer friends → 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001768" y="2999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10% commission on every view your referrals complete.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800600" y="3474720"/>
            <a:ext cx="37947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800600" y="3474720"/>
            <a:ext cx="64008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001768" y="354787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V10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367528" y="354787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Cash out at $5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001768" y="37764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Request payout via PayPal or CashApp. Real money for being informed.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1188720"/>
            <a:ext cx="384048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1280160" y="1371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For voters</a:t>
            </a:r>
            <a:endParaRPr b="1" i="0" sz="16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280160" y="17373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place to learn everything real about your candidates — who funds them, what they stand for — and get paid to engage.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663440" y="1188720"/>
            <a:ext cx="384048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5394960" y="1371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For politicians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394960" y="17373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 dollar goes to a real constituent who actually watched your message. No wasted impressions. Direct, verified engagement.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48640" y="2926080"/>
            <a:ext cx="384048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1280160" y="31089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The problem it solves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280160" y="34747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Researching candidates is cumbersome, boring, and inaccessible. Nobody does it. TV ads are ignored. Town halls are at 5pm on a Tuesday.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663440" y="2926080"/>
            <a:ext cx="3840480" cy="1508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5394960" y="31089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What makes it different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394960" y="34747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other platform combines video-first introductions, public accountability data, paid engagement, and district-level targeting in one place.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D3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914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1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Unite the politician and the voter.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0D948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U9itus — The Virtual Town Hall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Head Enterprises  ·  JEldon LLC  ·  HeadisHere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un9itus.com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2026-03-15T20:41:28Z</dcterms:created>
  <dc:creator>Jonathan Head — U9itus PM</dc:creator>
</cp:coreProperties>
</file>